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" y="152400"/>
            <a:ext cx="32511997" cy="18288000"/>
            <a:chOff x="0" y="0"/>
            <a:chExt cx="43349329" cy="2438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72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DAHFbNwKbbk</dc:identifier>
  <dcterms:modified xsi:type="dcterms:W3CDTF">2011-08-01T06:04:30Z</dcterms:modified>
  <cp:revision>1</cp:revision>
  <dc:title>Aula7.pdf</dc:title>
</cp:coreProperties>
</file>